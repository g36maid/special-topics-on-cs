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24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19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29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41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3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26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705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9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6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33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39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50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6F4F2-8816-43E1-9BD2-244A388F3A1C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05807-DF40-4E3B-91E1-5EDB074A5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449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83403E6-B33C-4C5C-99D0-14C7D1E668BF}"/>
              </a:ext>
            </a:extLst>
          </p:cNvPr>
          <p:cNvSpPr txBox="1"/>
          <p:nvPr/>
        </p:nvSpPr>
        <p:spPr>
          <a:xfrm>
            <a:off x="6182360" y="167443"/>
            <a:ext cx="49784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E0F22E0-2731-46DA-BB33-D625DEC0BB33}"/>
              </a:ext>
            </a:extLst>
          </p:cNvPr>
          <p:cNvSpPr txBox="1"/>
          <p:nvPr/>
        </p:nvSpPr>
        <p:spPr>
          <a:xfrm>
            <a:off x="675640" y="306672"/>
            <a:ext cx="550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你的題目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EA1734-9987-4DEE-9B05-F50930D77451}"/>
              </a:ext>
            </a:extLst>
          </p:cNvPr>
          <p:cNvSpPr txBox="1"/>
          <p:nvPr/>
        </p:nvSpPr>
        <p:spPr>
          <a:xfrm>
            <a:off x="2327066" y="787248"/>
            <a:ext cx="2203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XXX YYY ZZZ 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F33BF5-2AE0-4847-9898-3AF328622B82}"/>
              </a:ext>
            </a:extLst>
          </p:cNvPr>
          <p:cNvSpPr txBox="1"/>
          <p:nvPr/>
        </p:nvSpPr>
        <p:spPr>
          <a:xfrm>
            <a:off x="4935488" y="780431"/>
            <a:ext cx="18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指導教授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OOO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教授</a:t>
            </a:r>
          </a:p>
        </p:txBody>
      </p:sp>
      <p:pic>
        <p:nvPicPr>
          <p:cNvPr id="8" name="圖片 7" descr="一張含有 圓形, 圖形, 標誌, 符號 的圖片&#10;&#10;AI 產生的內容可能不正確。">
            <a:extLst>
              <a:ext uri="{FF2B5EF4-FFF2-40B4-BE49-F238E27FC236}">
                <a16:creationId xmlns:a16="http://schemas.microsoft.com/office/drawing/2014/main" id="{587FD2AC-F944-B887-F5FE-7DA2AFC9B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50981"/>
            <a:ext cx="828848" cy="828848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44B8DE2-3A8E-F180-5E9D-49BCC08D6E14}"/>
              </a:ext>
            </a:extLst>
          </p:cNvPr>
          <p:cNvCxnSpPr>
            <a:cxnSpLocks/>
          </p:cNvCxnSpPr>
          <p:nvPr/>
        </p:nvCxnSpPr>
        <p:spPr>
          <a:xfrm>
            <a:off x="0" y="1260849"/>
            <a:ext cx="6858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B3769A4F-64E0-4EB4-973D-7CBE1B957220}"/>
              </a:ext>
            </a:extLst>
          </p:cNvPr>
          <p:cNvSpPr txBox="1"/>
          <p:nvPr/>
        </p:nvSpPr>
        <p:spPr>
          <a:xfrm>
            <a:off x="177800" y="1457452"/>
            <a:ext cx="2785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標題一</a:t>
            </a:r>
          </a:p>
          <a:p>
            <a:pPr algn="just"/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內文請左右對齊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5638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18</Words>
  <Application>Microsoft Office PowerPoint</Application>
  <PresentationFormat>A4 紙張 (210x297 公釐)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卓奕瀚</dc:creator>
  <cp:lastModifiedBy>卓奕瀚</cp:lastModifiedBy>
  <cp:revision>13</cp:revision>
  <dcterms:created xsi:type="dcterms:W3CDTF">2025-11-21T06:30:53Z</dcterms:created>
  <dcterms:modified xsi:type="dcterms:W3CDTF">2025-11-21T07:52:13Z</dcterms:modified>
</cp:coreProperties>
</file>